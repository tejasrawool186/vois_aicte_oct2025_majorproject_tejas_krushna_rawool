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5" r:id="rId12"/>
    <p:sldId id="341" r:id="rId13"/>
    <p:sldId id="344" r:id="rId14"/>
    <p:sldId id="342" r:id="rId15"/>
    <p:sldId id="34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09B11-726B-622E-F1D0-53498C852A02}" v="122" dt="2025-09-25T09:02:38.15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10/22/2025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jasRawool186/VOIS_AICTE_Oct2025_MajorProject_Tejas_Krushna_Rawool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84981" y="4141999"/>
            <a:ext cx="3927980" cy="1335070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- Tejas Krushna Rawool</a:t>
            </a:r>
          </a:p>
          <a:p>
            <a:pPr algn="r"/>
            <a:r>
              <a:rPr lang="en-US" sz="2100" b="0" dirty="0"/>
              <a:t>STU66fd636f0b64b1727882095</a:t>
            </a:r>
            <a:endParaRPr lang="en-IN" sz="21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9789" y="1819413"/>
            <a:ext cx="6235738" cy="207933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US" sz="6000" b="1" dirty="0"/>
              <a:t>Netflix Dataset Analysis</a:t>
            </a:r>
            <a:br>
              <a:rPr lang="en-US" b="1" dirty="0"/>
            </a:b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684" y="1972076"/>
            <a:ext cx="8162834" cy="459636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Netflix is a prominent global streaming platform, but faces growing competition from services like Amazon Prime, Disney+, and other regional providers.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To stay competitive, Netflix must strategically analyze its content catalog to identify strengths, gaps, and opportunities . Problem Statement: 'Content Trends Analysis for Strategic Recommendations’.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Aim: To uncover how Netflix’s content distribution (Movies vs. TV Shows, genres, and country contributions) has evolved, enabling the identification of key trends and audience preferences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84" y="52242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242" y="3400551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C245EE-390A-AEE4-BC0F-7C0277404E3C}"/>
              </a:ext>
            </a:extLst>
          </p:cNvPr>
          <p:cNvSpPr txBox="1"/>
          <p:nvPr/>
        </p:nvSpPr>
        <p:spPr>
          <a:xfrm>
            <a:off x="793102" y="2118049"/>
            <a:ext cx="82389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Netflix is a leading global streaming platform that is constantly expanding its content library with both original productions and licensed content. However, it faces increasing competition from other platforms like Amazon Prime, Disney+, and various regional providers.</a:t>
            </a:r>
          </a:p>
          <a:p>
            <a:endParaRPr lang="en-US" dirty="0"/>
          </a:p>
          <a:p>
            <a:r>
              <a:rPr lang="en-US" dirty="0"/>
              <a:t>The project, titled 'Content Trends Analysis for Strategic Recommendations,' aims to analyze Netflix's content catalog to identify strengths, weaknesses, and opportunities.</a:t>
            </a:r>
          </a:p>
          <a:p>
            <a:endParaRPr lang="en-US" dirty="0"/>
          </a:p>
          <a:p>
            <a:r>
              <a:rPr lang="en-US" dirty="0"/>
              <a:t>The primary goals are to :  Uncover how the distribution of content (Movies vs. TV Shows, genres, and country contributions) has changed over the years . Identify key genres and audience preferences . Provide strategic insights to guide global content expansion.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8" y="6270110"/>
            <a:ext cx="2181225" cy="48577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9473" y="1841778"/>
            <a:ext cx="8982478" cy="467121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Netflix Content Strategy Team –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identify content trends and plan future productions.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Analysts &amp; Business Intelligence Teams –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make data-driven decisions on content acquisition.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Teams –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understand audience preferences and target promotions accordingly.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Investors and Stakeholders –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evaluate Netflix’s global growth and content diversification.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Academicians &amp; Researchers –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study streaming trends and data visualization techniques.</a:t>
            </a:r>
            <a:endParaRPr lang="en-I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- Python (Pandas, Matplotlib, Seaborn)</a:t>
            </a:r>
          </a:p>
          <a:p>
            <a:r>
              <a:rPr lang="en-US" b="1" dirty="0">
                <a:solidFill>
                  <a:schemeClr val="tx1"/>
                </a:solidFill>
              </a:rPr>
              <a:t>- </a:t>
            </a:r>
            <a:r>
              <a:rPr lang="en-US" b="1" dirty="0" err="1">
                <a:solidFill>
                  <a:schemeClr val="tx1"/>
                </a:solidFill>
              </a:rPr>
              <a:t>Jupyter</a:t>
            </a:r>
            <a:r>
              <a:rPr lang="en-US" b="1" dirty="0">
                <a:solidFill>
                  <a:schemeClr val="tx1"/>
                </a:solidFill>
              </a:rPr>
              <a:t> Notebook</a:t>
            </a:r>
          </a:p>
          <a:p>
            <a:r>
              <a:rPr lang="en-US" b="1" dirty="0">
                <a:solidFill>
                  <a:schemeClr val="tx1"/>
                </a:solidFill>
              </a:rPr>
              <a:t>- Data Visualization Libraries</a:t>
            </a:r>
          </a:p>
          <a:p>
            <a:r>
              <a:rPr lang="en-US" b="1" dirty="0">
                <a:solidFill>
                  <a:schemeClr val="tx1"/>
                </a:solidFill>
              </a:rPr>
              <a:t>- Microsoft PowerPoint for Reporting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CODE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B30A04-8D5E-0AEF-7106-E8E92A81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37" y="1201586"/>
            <a:ext cx="6620994" cy="4822771"/>
          </a:xfrm>
          <a:prstGeom prst="rect">
            <a:avLst/>
          </a:prstGeom>
          <a:ln w="952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215ED8-0B2F-64EB-5013-6B26B08B6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976" y="1201586"/>
            <a:ext cx="5085183" cy="485597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RESULTS1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E6CCA5-7777-D004-BF9D-121B77F3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8" y="1275372"/>
            <a:ext cx="8281430" cy="5445224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61F40-61F5-A9E4-2028-61D27EB3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0F1862-D4F3-D9EB-176E-2E2938531B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3A3B93-82D2-A57B-4898-3D9B0C72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RESULTS2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4C0E530-3AAB-E420-2061-2352FB4AEFB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3F5036B-907B-9AB7-BC47-C7C142E40F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BC2706-84EA-5DCE-C204-02F7F596B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09" y="1275371"/>
            <a:ext cx="10055765" cy="5196549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285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24A6-C6F7-0E13-B5FE-E6A5870D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94CC-45AC-6391-C127-232D7FE1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2560D1A-A584-25F8-1F57-468796F2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RESULTS3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BD379B3-43F5-BB42-D7EF-5C1FA28E50D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0D8247-EFB8-6C04-BBBF-310CEEF88E4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A863DF-6E75-0393-85F7-D56927843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6"/>
            <a:ext cx="9400707" cy="512542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98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02F3-5B15-F4B3-4FC0-05D49317B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314807-9A27-116F-CC98-E5EEF28F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A0845DA-C188-DB03-7162-C74DB64A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6115368" cy="878622"/>
          </a:xfrm>
        </p:spPr>
        <p:txBody>
          <a:bodyPr>
            <a:normAutofit/>
          </a:bodyPr>
          <a:lstStyle/>
          <a:p>
            <a:r>
              <a:rPr lang="en-GB" dirty="0"/>
              <a:t>GitHub repository 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B11EDF8-3FD7-C9FE-2AA8-09208B3BEFC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8935B953-0B74-DF35-9464-45E8CB01D8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577" y="2469796"/>
            <a:ext cx="8719390" cy="25795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https://github.com/TejasRawool186/VOIS_AICTE_Oct2025_MajorProject_Tejas_Krushna_Rawool.git </a:t>
            </a:r>
            <a:endParaRPr lang="en-US" dirty="0">
              <a:solidFill>
                <a:srgbClr val="000099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2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ACE-D55E-9B4A-7A75-15654F5D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61536A-9E87-8208-553B-AFA23F55C6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390BF9-A1B3-D0A5-6FE6-4C64A8B7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Getting started with Basics of Python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B10ED4-748B-FD2D-3185-4AB559AC71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1BF57D1-2242-C3F4-D177-EE064D5454A4}"/>
              </a:ext>
            </a:extLst>
          </p:cNvPr>
          <p:cNvSpPr txBox="1">
            <a:spLocks/>
          </p:cNvSpPr>
          <p:nvPr/>
        </p:nvSpPr>
        <p:spPr>
          <a:xfrm>
            <a:off x="3948461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60BF899-F7CC-395F-D4B6-232771689F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3043" y="1183154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[Paste your Certificate Here]</a:t>
            </a:r>
            <a:endParaRPr lang="en-IN" dirty="0"/>
          </a:p>
        </p:txBody>
      </p:sp>
      <p:pic>
        <p:nvPicPr>
          <p:cNvPr id="3" name="Picture 2" descr="A certificate of completion with red text and a red ribbon">
            <a:extLst>
              <a:ext uri="{FF2B5EF4-FFF2-40B4-BE49-F238E27FC236}">
                <a16:creationId xmlns:a16="http://schemas.microsoft.com/office/drawing/2014/main" id="{050502ED-DAD3-7949-73D0-AA05DD575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43" y="1057044"/>
            <a:ext cx="8133675" cy="557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0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52E-39EF-82B8-E116-6B0D9B50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14EFD-3FAC-BE9B-CFBB-2D1FCCED0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359B88B-4EF4-AA7A-A15C-4B214767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92066" cy="904781"/>
          </a:xfrm>
        </p:spPr>
        <p:txBody>
          <a:bodyPr>
            <a:noAutofit/>
          </a:bodyPr>
          <a:lstStyle/>
          <a:p>
            <a:r>
              <a:rPr lang="en-IN" sz="3600" dirty="0"/>
              <a:t>Data Visualization </a:t>
            </a:r>
            <a:r>
              <a:rPr lang="en-GB" sz="3600" dirty="0"/>
              <a:t>Certificate 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3E8C61-31F1-4380-CEFB-D75448F856D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0577D1-D5B1-726B-4FAB-B353BDE31B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A certificate of completion with a red ribbon and a red seal">
            <a:extLst>
              <a:ext uri="{FF2B5EF4-FFF2-40B4-BE49-F238E27FC236}">
                <a16:creationId xmlns:a16="http://schemas.microsoft.com/office/drawing/2014/main" id="{E8D39FAE-C3DB-1192-4F24-EF316B765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6" y="1154925"/>
            <a:ext cx="8185941" cy="556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615</TotalTime>
  <Words>368</Words>
  <Application>Microsoft Office PowerPoint</Application>
  <PresentationFormat>Widescreen</PresentationFormat>
  <Paragraphs>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Title -Netflix Dataset Analysis </vt:lpstr>
      <vt:lpstr>PROBLEM  STATEMENT</vt:lpstr>
      <vt:lpstr>Project Description  </vt:lpstr>
      <vt:lpstr>WHO ARE THE END USERS?</vt:lpstr>
      <vt:lpstr>Technology Used</vt:lpstr>
      <vt:lpstr>CODE </vt:lpstr>
      <vt:lpstr>RESULTS1</vt:lpstr>
      <vt:lpstr>RESULTS2</vt:lpstr>
      <vt:lpstr>RESULTS3 </vt:lpstr>
      <vt:lpstr>GitHub repository </vt:lpstr>
      <vt:lpstr>Getting started with Basics of Python Certificate  </vt:lpstr>
      <vt:lpstr>Data Visualization Certificate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Tejas Rawool</cp:lastModifiedBy>
  <cp:revision>107</cp:revision>
  <dcterms:created xsi:type="dcterms:W3CDTF">2021-07-11T13:13:15Z</dcterms:created>
  <dcterms:modified xsi:type="dcterms:W3CDTF">2025-10-22T16:53:28Z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